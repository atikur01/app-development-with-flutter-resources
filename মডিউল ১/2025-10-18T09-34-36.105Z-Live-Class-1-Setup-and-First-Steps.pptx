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oppins"/>
      <p:regular r:id="rId17"/>
    </p:embeddedFont>
    <p:embeddedFont>
      <p:font typeface="Poppins"/>
      <p:regular r:id="rId18"/>
    </p:embeddedFont>
    <p:embeddedFont>
      <p:font typeface="Poppins"/>
      <p:regular r:id="rId19"/>
    </p:embeddedFont>
    <p:embeddedFont>
      <p:font typeface="Poppins"/>
      <p:regular r:id="rId20"/>
    </p:embeddedFont>
    <p:embeddedFont>
      <p:font typeface="Poppins"/>
      <p:regular r:id="rId21"/>
    </p:embeddedFont>
    <p:embeddedFont>
      <p:font typeface="Poppins"/>
      <p:regular r:id="rId22"/>
    </p:embeddedFont>
    <p:embeddedFont>
      <p:font typeface="Poppins"/>
      <p:regular r:id="rId23"/>
    </p:embeddedFont>
    <p:embeddedFont>
      <p:font typeface="Poppi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494723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Live Class 1: Setup &amp; First Steps</a:t>
            </a:r>
            <a:endParaRPr lang="en-US" sz="3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5597"/>
            <a:ext cx="9040297" cy="627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Hook – Welcome to Flutter World </a:t>
            </a:r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🚀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069544"/>
            <a:ext cx="7632025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Today → We set up your Flutter lab.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2645093"/>
            <a:ext cx="7632025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end of class → You'll run your </a:t>
            </a:r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FFD63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first app</a:t>
            </a:r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7543" y="2114193"/>
            <a:ext cx="4926568" cy="49265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83406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Install Flutter SDK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401139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280190" y="3715464"/>
            <a:ext cx="3679031" cy="22860"/>
          </a:xfrm>
          <a:prstGeom prst="rect">
            <a:avLst/>
          </a:prstGeom>
          <a:solidFill>
            <a:srgbClr val="FFD634"/>
          </a:solidFill>
          <a:ln/>
        </p:spPr>
      </p:sp>
      <p:sp>
        <p:nvSpPr>
          <p:cNvPr id="6" name="Text 3"/>
          <p:cNvSpPr/>
          <p:nvPr/>
        </p:nvSpPr>
        <p:spPr>
          <a:xfrm>
            <a:off x="6280190" y="3860363"/>
            <a:ext cx="367903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Download Flutter SDK (stable channel)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157579" y="3401139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0157579" y="3715464"/>
            <a:ext cx="3679031" cy="22860"/>
          </a:xfrm>
          <a:prstGeom prst="rect">
            <a:avLst/>
          </a:prstGeom>
          <a:solidFill>
            <a:srgbClr val="FFD634"/>
          </a:solidFill>
          <a:ln/>
        </p:spPr>
      </p:sp>
      <p:sp>
        <p:nvSpPr>
          <p:cNvPr id="9" name="Text 6"/>
          <p:cNvSpPr/>
          <p:nvPr/>
        </p:nvSpPr>
        <p:spPr>
          <a:xfrm>
            <a:off x="10157579" y="3860363"/>
            <a:ext cx="367903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Add to PATH (so terminal can find Flutter)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6280190" y="482786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280190" y="5142190"/>
            <a:ext cx="7556421" cy="22860"/>
          </a:xfrm>
          <a:prstGeom prst="rect">
            <a:avLst/>
          </a:prstGeom>
          <a:solidFill>
            <a:srgbClr val="FFD634"/>
          </a:solidFill>
          <a:ln/>
        </p:spPr>
      </p:sp>
      <p:sp>
        <p:nvSpPr>
          <p:cNvPr id="12" name="Text 9"/>
          <p:cNvSpPr/>
          <p:nvPr/>
        </p:nvSpPr>
        <p:spPr>
          <a:xfrm>
            <a:off x="6280190" y="5287089"/>
            <a:ext cx="481167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Run flutter doctor → check everything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61242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Setup IDE (VS Code/Android Studio)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93790" y="2899053"/>
            <a:ext cx="7556421" cy="1545669"/>
          </a:xfrm>
          <a:prstGeom prst="roundRect">
            <a:avLst>
              <a:gd name="adj" fmla="val 592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99768" y="31050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VS Code Option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99768" y="3534251"/>
            <a:ext cx="71444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Install VS Code → lightweight, fast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99768" y="3921204"/>
            <a:ext cx="71444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Install Flutter &amp; Dart extensions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93790" y="4643080"/>
            <a:ext cx="7556421" cy="1158716"/>
          </a:xfrm>
          <a:prstGeom prst="roundRect">
            <a:avLst>
              <a:gd name="adj" fmla="val 789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99768" y="4849058"/>
            <a:ext cx="281142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Android Studio Option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999768" y="5278279"/>
            <a:ext cx="71444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 Android Studio → heavier but full features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793790" y="6025039"/>
            <a:ext cx="7556421" cy="843201"/>
          </a:xfrm>
          <a:prstGeom prst="roundRect">
            <a:avLst>
              <a:gd name="adj" fmla="val 1084"/>
            </a:avLst>
          </a:prstGeom>
          <a:solidFill>
            <a:srgbClr val="FFF0B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48" y="6320314"/>
            <a:ext cx="248007" cy="1983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38513" y="6272927"/>
            <a:ext cx="67133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Personal tip: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use both — VS Code for speed, Studio for emulators.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28299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Setup Emulator / Physical Device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93790" y="3166110"/>
            <a:ext cx="3679031" cy="1506736"/>
          </a:xfrm>
          <a:prstGeom prst="roundRect">
            <a:avLst>
              <a:gd name="adj" fmla="val 60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15008" y="338732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Android Emulator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015008" y="3816548"/>
            <a:ext cx="32365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Android Emulator → via Android Studio AVD Manager.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671179" y="3166110"/>
            <a:ext cx="3679031" cy="1506736"/>
          </a:xfrm>
          <a:prstGeom prst="roundRect">
            <a:avLst>
              <a:gd name="adj" fmla="val 60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2397" y="338732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iOS Simulator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4892397" y="3816548"/>
            <a:ext cx="32365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iOS Simulator → via Xcode (Mac only).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93790" y="4871204"/>
            <a:ext cx="7556421" cy="1189196"/>
          </a:xfrm>
          <a:prstGeom prst="roundRect">
            <a:avLst>
              <a:gd name="adj" fmla="val 76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15008" y="509242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Physical Device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015008" y="5521642"/>
            <a:ext cx="711398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Physical device → Enable Developer Mode + USB Debugging.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93790" y="6283643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 flutter devices to check connected devices.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69758"/>
            <a:ext cx="662797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Create First Flutter Project</a:t>
            </a:r>
            <a:endParaRPr lang="en-US" sz="3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2787491"/>
            <a:ext cx="992267" cy="1190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70815" y="2985849"/>
            <a:ext cx="434316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Command: flutter create my_app</a:t>
            </a:r>
            <a:endParaRPr lang="en-US" sz="19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3978235"/>
            <a:ext cx="992267" cy="119074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470815" y="4176593"/>
            <a:ext cx="312050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Open in VS Code / Studio</a:t>
            </a:r>
            <a:endParaRPr lang="en-US" sz="19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5168979"/>
            <a:ext cx="992267" cy="119074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470815" y="5367338"/>
            <a:ext cx="501026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Run: flutter run → Hello World on screen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60834"/>
            <a:ext cx="696527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Folder Structure Quick Look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877747"/>
            <a:ext cx="496133" cy="4961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6218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lib/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93790" y="5051108"/>
            <a:ext cx="41821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lib/ → main code lives here.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986" y="3877747"/>
            <a:ext cx="496133" cy="4961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23986" y="46218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pubspec.yaml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223986" y="5051108"/>
            <a:ext cx="41823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pubspec.yaml → dependencies &amp; assets.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4302" y="3877747"/>
            <a:ext cx="496133" cy="4961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54302" y="46218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android/, ios/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9654302" y="5051108"/>
            <a:ext cx="41823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android/, ios/ → platform-specific code.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81714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Dart Program Structure (main)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280190" y="3819525"/>
            <a:ext cx="7556421" cy="615196"/>
          </a:xfrm>
          <a:prstGeom prst="roundRect">
            <a:avLst>
              <a:gd name="adj" fmla="val 1486"/>
            </a:avLst>
          </a:prstGeom>
          <a:solidFill>
            <a:srgbClr val="F2F2F2"/>
          </a:solidFill>
          <a:ln/>
        </p:spPr>
      </p:sp>
      <p:sp>
        <p:nvSpPr>
          <p:cNvPr id="5" name="Shape 2"/>
          <p:cNvSpPr/>
          <p:nvPr/>
        </p:nvSpPr>
        <p:spPr>
          <a:xfrm>
            <a:off x="6270307" y="3819525"/>
            <a:ext cx="7576185" cy="615196"/>
          </a:xfrm>
          <a:prstGeom prst="roundRect">
            <a:avLst>
              <a:gd name="adj" fmla="val 4839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6468666" y="3968353"/>
            <a:ext cx="717946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void main() { runApp(MyApp()); }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280190" y="4657963"/>
            <a:ext cx="446484" cy="446484"/>
          </a:xfrm>
          <a:prstGeom prst="roundRect">
            <a:avLst>
              <a:gd name="adj" fmla="val 2048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25032" y="4726186"/>
            <a:ext cx="258925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main() = entry point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6280190" y="5501283"/>
            <a:ext cx="446484" cy="446484"/>
          </a:xfrm>
          <a:prstGeom prst="roundRect">
            <a:avLst>
              <a:gd name="adj" fmla="val 2048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25032" y="5569506"/>
            <a:ext cx="504324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runApp() = launches Flutter widget tree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38544"/>
            <a:ext cx="540591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Modify Your First App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556278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280190" y="3870603"/>
            <a:ext cx="3679031" cy="22860"/>
          </a:xfrm>
          <a:prstGeom prst="rect">
            <a:avLst/>
          </a:prstGeom>
          <a:solidFill>
            <a:srgbClr val="FFD634"/>
          </a:solidFill>
          <a:ln/>
        </p:spPr>
      </p:sp>
      <p:sp>
        <p:nvSpPr>
          <p:cNvPr id="6" name="Text 3"/>
          <p:cNvSpPr/>
          <p:nvPr/>
        </p:nvSpPr>
        <p:spPr>
          <a:xfrm>
            <a:off x="6280190" y="401550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Change title text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157579" y="3556278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0157579" y="3870603"/>
            <a:ext cx="3679031" cy="22860"/>
          </a:xfrm>
          <a:prstGeom prst="rect">
            <a:avLst/>
          </a:prstGeom>
          <a:solidFill>
            <a:srgbClr val="FFD634"/>
          </a:solidFill>
          <a:ln/>
        </p:spPr>
      </p:sp>
      <p:sp>
        <p:nvSpPr>
          <p:cNvPr id="9" name="Text 6"/>
          <p:cNvSpPr/>
          <p:nvPr/>
        </p:nvSpPr>
        <p:spPr>
          <a:xfrm>
            <a:off x="10157579" y="4015502"/>
            <a:ext cx="333875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Change background color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6280190" y="467284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280190" y="4987171"/>
            <a:ext cx="7556421" cy="22860"/>
          </a:xfrm>
          <a:prstGeom prst="rect">
            <a:avLst/>
          </a:prstGeom>
          <a:solidFill>
            <a:srgbClr val="FFD634"/>
          </a:solidFill>
          <a:ln/>
        </p:spPr>
      </p:sp>
      <p:sp>
        <p:nvSpPr>
          <p:cNvPr id="12" name="Text 9"/>
          <p:cNvSpPr/>
          <p:nvPr/>
        </p:nvSpPr>
        <p:spPr>
          <a:xfrm>
            <a:off x="6280190" y="5132070"/>
            <a:ext cx="399800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Run hot reload → </a:t>
            </a:r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instant magic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52976"/>
            <a:ext cx="570607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Common Setup Issues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869888"/>
            <a:ext cx="4215289" cy="1506736"/>
          </a:xfrm>
          <a:prstGeom prst="roundRect">
            <a:avLst>
              <a:gd name="adj" fmla="val 728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3869888"/>
            <a:ext cx="91440" cy="1506736"/>
          </a:xfrm>
          <a:prstGeom prst="roundRect">
            <a:avLst>
              <a:gd name="adj" fmla="val 10000"/>
            </a:avLst>
          </a:prstGeom>
          <a:solidFill>
            <a:srgbClr val="FFD634"/>
          </a:solidFill>
          <a:ln/>
        </p:spPr>
      </p:sp>
      <p:sp>
        <p:nvSpPr>
          <p:cNvPr id="5" name="Text 3"/>
          <p:cNvSpPr/>
          <p:nvPr/>
        </p:nvSpPr>
        <p:spPr>
          <a:xfrm>
            <a:off x="1083588" y="409110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PATH not set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4520327"/>
            <a:ext cx="37042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PATH not set → flutter command not found.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3869888"/>
            <a:ext cx="4215408" cy="1506736"/>
          </a:xfrm>
          <a:prstGeom prst="roundRect">
            <a:avLst>
              <a:gd name="adj" fmla="val 728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4577" y="3869888"/>
            <a:ext cx="91440" cy="1506736"/>
          </a:xfrm>
          <a:prstGeom prst="roundRect">
            <a:avLst>
              <a:gd name="adj" fmla="val 10000"/>
            </a:avLst>
          </a:prstGeom>
          <a:solidFill>
            <a:srgbClr val="FFD634"/>
          </a:solidFill>
          <a:ln/>
        </p:spPr>
      </p:sp>
      <p:sp>
        <p:nvSpPr>
          <p:cNvPr id="9" name="Text 7"/>
          <p:cNvSpPr/>
          <p:nvPr/>
        </p:nvSpPr>
        <p:spPr>
          <a:xfrm>
            <a:off x="5497235" y="4091107"/>
            <a:ext cx="272438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Emulator not starting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497235" y="4520327"/>
            <a:ext cx="37043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Emulator not starting → check HAXM/Virtualization.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621203" y="3869888"/>
            <a:ext cx="4215289" cy="1506736"/>
          </a:xfrm>
          <a:prstGeom prst="roundRect">
            <a:avLst>
              <a:gd name="adj" fmla="val 728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98343" y="3869888"/>
            <a:ext cx="91440" cy="1506736"/>
          </a:xfrm>
          <a:prstGeom prst="roundRect">
            <a:avLst>
              <a:gd name="adj" fmla="val 10000"/>
            </a:avLst>
          </a:prstGeom>
          <a:solidFill>
            <a:srgbClr val="FFD634"/>
          </a:solidFill>
          <a:ln/>
        </p:spPr>
      </p:sp>
      <p:sp>
        <p:nvSpPr>
          <p:cNvPr id="13" name="Text 11"/>
          <p:cNvSpPr/>
          <p:nvPr/>
        </p:nvSpPr>
        <p:spPr>
          <a:xfrm>
            <a:off x="9911001" y="4091107"/>
            <a:ext cx="307336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USB device not detected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911001" y="4520327"/>
            <a:ext cx="37042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USB device not detected → enable debugging.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2025-10-10T18:52:16Z</dcterms:created>
  <dcterms:modified xsi:type="dcterms:W3CDTF">2025-10-10T18:52:16Z</dcterms:modified>
</cp:coreProperties>
</file>