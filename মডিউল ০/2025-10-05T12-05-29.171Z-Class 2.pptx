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Poppins"/>
      <p:regular r:id="rId18"/>
    </p:embeddedFont>
    <p:embeddedFont>
      <p:font typeface="Poppins"/>
      <p:regular r:id="rId19"/>
    </p:embeddedFont>
    <p:embeddedFont>
      <p:font typeface="Poppins"/>
      <p:regular r:id="rId20"/>
    </p:embeddedFont>
    <p:embeddedFont>
      <p:font typeface="Poppins"/>
      <p:regular r:id="rId21"/>
    </p:embeddedFont>
    <p:embeddedFont>
      <p:font typeface="Poppins"/>
      <p:regular r:id="rId22"/>
    </p:embeddedFont>
    <p:embeddedFont>
      <p:font typeface="Poppins"/>
      <p:regular r:id="rId23"/>
    </p:embeddedFont>
    <p:embeddedFont>
      <p:font typeface="Poppins"/>
      <p:regular r:id="rId24"/>
    </p:embeddedFont>
    <p:embeddedFont>
      <p:font typeface="Poppins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6714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Class Topics: 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8840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Basic Networking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27101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Basic Operating System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5796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 mobile device works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0449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এগুলো জেনে কী হবে? কেনো শিখছি? 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706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Networking, OS &amp; Mobiles?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724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Understanding the foundation that powers your Flutter applications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1226"/>
            <a:ext cx="80369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Networking, OS &amp; Mobiles?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208139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8632" y="3245287"/>
            <a:ext cx="3537347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You want to build Flutter apps → Where will they run? On mobiles!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223986" y="3208139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68829" y="3245287"/>
            <a:ext cx="353746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Who controls mobiles? Operating Systems!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54302" y="3208139"/>
            <a:ext cx="446484" cy="446484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99144" y="3245287"/>
            <a:ext cx="3537466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How do apps talk to each other? Networking!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91446" y="5180052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"When I made my first Flutter chat app, it worked perfectly… on my phone only. Didn't send messages to others. Why? I didn't understand networking basics."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956810"/>
            <a:ext cx="22860" cy="1081564"/>
          </a:xfrm>
          <a:prstGeom prst="rect">
            <a:avLst/>
          </a:prstGeom>
          <a:solidFill>
            <a:srgbClr val="FFD63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6395"/>
            <a:ext cx="733496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is Networking (Simple)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54129"/>
            <a:ext cx="198358" cy="24800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2868454"/>
            <a:ext cx="367903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6" name="Text 2"/>
          <p:cNvSpPr/>
          <p:nvPr/>
        </p:nvSpPr>
        <p:spPr>
          <a:xfrm>
            <a:off x="793790" y="3013353"/>
            <a:ext cx="36790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Networking = devices talking to each other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179" y="2554129"/>
            <a:ext cx="198358" cy="24800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671179" y="2868454"/>
            <a:ext cx="367903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9" name="Text 4"/>
          <p:cNvSpPr/>
          <p:nvPr/>
        </p:nvSpPr>
        <p:spPr>
          <a:xfrm>
            <a:off x="4671179" y="3013353"/>
            <a:ext cx="36790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Like humans need language, computers need protocols</a:t>
            </a:r>
            <a:endParaRPr lang="en-US" sz="1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80855"/>
            <a:ext cx="198358" cy="248007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93790" y="4295180"/>
            <a:ext cx="7556421" cy="22860"/>
          </a:xfrm>
          <a:prstGeom prst="rect">
            <a:avLst/>
          </a:prstGeom>
          <a:solidFill>
            <a:srgbClr val="FFD634"/>
          </a:solidFill>
          <a:ln/>
        </p:spPr>
      </p:sp>
      <p:sp>
        <p:nvSpPr>
          <p:cNvPr id="12" name="Text 6"/>
          <p:cNvSpPr/>
          <p:nvPr/>
        </p:nvSpPr>
        <p:spPr>
          <a:xfrm>
            <a:off x="793790" y="4440079"/>
            <a:ext cx="755642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Example: WhatsApp → You send text, it travels through network → Shows up on friend's phone</a:t>
            </a:r>
            <a:endParaRPr lang="en-US" sz="1950" dirty="0"/>
          </a:p>
        </p:txBody>
      </p:sp>
      <p:sp>
        <p:nvSpPr>
          <p:cNvPr id="13" name="Shape 7"/>
          <p:cNvSpPr/>
          <p:nvPr/>
        </p:nvSpPr>
        <p:spPr>
          <a:xfrm>
            <a:off x="793790" y="5432465"/>
            <a:ext cx="7556421" cy="1160740"/>
          </a:xfrm>
          <a:prstGeom prst="roundRect">
            <a:avLst>
              <a:gd name="adj" fmla="val 788"/>
            </a:avLst>
          </a:prstGeom>
          <a:solidFill>
            <a:srgbClr val="FFF0B3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8" y="5727740"/>
            <a:ext cx="248007" cy="1983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38513" y="5680353"/>
            <a:ext cx="67133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Ask: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"When you press LIKE on Facebook, where does that info go first?"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7825"/>
            <a:ext cx="86809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Networking Basics for Flutter Devs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614738"/>
            <a:ext cx="4215289" cy="1476256"/>
          </a:xfrm>
          <a:prstGeom prst="roundRect">
            <a:avLst>
              <a:gd name="adj" fmla="val 61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38207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IP Address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4249936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IP address = unique identity (like your house number)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614738"/>
            <a:ext cx="4215408" cy="1476256"/>
          </a:xfrm>
          <a:prstGeom prst="roundRect">
            <a:avLst>
              <a:gd name="adj" fmla="val 61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3415" y="38207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Protocols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13415" y="4249936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Protocols (HTTP, HTTPS) = rules of talking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614738"/>
            <a:ext cx="4215289" cy="1476256"/>
          </a:xfrm>
          <a:prstGeom prst="roundRect">
            <a:avLst>
              <a:gd name="adj" fmla="val 619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7181" y="38207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7181" y="4249936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= the waiter who brings food from kitchen to your table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31423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D6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Relevance: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When you call an API in Flutter (http.get), you're literally doing networking.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16580"/>
            <a:ext cx="92256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Real Example – Flutter &amp; Networking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034314"/>
            <a:ext cx="4347567" cy="7937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92148" y="50264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Login Screen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992148" y="5455682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sends data to server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4034314"/>
            <a:ext cx="4347567" cy="7937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39715" y="50264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Server Processing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5339715" y="5455682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 checks, replies with success/failure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4034314"/>
            <a:ext cx="4347567" cy="7937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7282" y="5026462"/>
            <a:ext cx="25612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Without Networking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687282" y="5455682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= offline calculator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091446" y="6735604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"I once built a weather app in Flutter. It showed only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Dhaka weather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Why? I hardcoded it. Didn't fetch data from network API. Students laughed at me."</a:t>
            </a:r>
            <a:endParaRPr lang="en-US" sz="1550" dirty="0"/>
          </a:p>
        </p:txBody>
      </p:sp>
      <p:sp>
        <p:nvSpPr>
          <p:cNvPr id="14" name="Shape 8"/>
          <p:cNvSpPr/>
          <p:nvPr/>
        </p:nvSpPr>
        <p:spPr>
          <a:xfrm>
            <a:off x="793790" y="6512362"/>
            <a:ext cx="22860" cy="1081564"/>
          </a:xfrm>
          <a:prstGeom prst="rect">
            <a:avLst/>
          </a:prstGeom>
          <a:solidFill>
            <a:srgbClr val="FFD63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31788"/>
            <a:ext cx="89790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What is an Operating System (OS)?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4749522"/>
            <a:ext cx="4215289" cy="1062752"/>
          </a:xfrm>
          <a:prstGeom prst="roundRect">
            <a:avLst>
              <a:gd name="adj" fmla="val 8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008" y="4970740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OS = the manager of your device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5207437" y="4749522"/>
            <a:ext cx="4215408" cy="1062752"/>
          </a:xfrm>
          <a:prstGeom prst="roundRect">
            <a:avLst>
              <a:gd name="adj" fmla="val 8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8655" y="4970740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Controls hardware, apps, memory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9621203" y="4749522"/>
            <a:ext cx="4215289" cy="1062752"/>
          </a:xfrm>
          <a:prstGeom prst="roundRect">
            <a:avLst>
              <a:gd name="adj" fmla="val 86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42421" y="4970740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Examples: Android, iOS, Windows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793790" y="6035516"/>
            <a:ext cx="13042821" cy="843201"/>
          </a:xfrm>
          <a:prstGeom prst="roundRect">
            <a:avLst>
              <a:gd name="adj" fmla="val 1084"/>
            </a:avLst>
          </a:prstGeom>
          <a:solidFill>
            <a:srgbClr val="FFF0B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48" y="6330791"/>
            <a:ext cx="248007" cy="1983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38513" y="6283404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Ask: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"What's running your Flutter emulator – hardware or OS?"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4136"/>
            <a:ext cx="62672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OS for Flutter Developers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730228"/>
            <a:ext cx="346043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How Flutter Apps Work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30065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apps don't run directly on hardware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8761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talk with OS → OS controls device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730228"/>
            <a:ext cx="314051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Platform Differences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64874" y="430065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iOS has strict rules (App Store)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68761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Android = more flexible (Google Play)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29780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D6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Relevance: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must test your Flutter app on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OS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because same code may behave differently.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5698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Mobile Device – The Playground for Flutter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13509"/>
            <a:ext cx="496133" cy="496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7930" y="3431262"/>
            <a:ext cx="52553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Mobile = a small computer in your pocket</a:t>
            </a:r>
            <a:endParaRPr lang="en-US" sz="1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06478"/>
            <a:ext cx="496133" cy="496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37930" y="4324231"/>
            <a:ext cx="46729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Has CPU, RAM, ROM, Battery, Sensors</a:t>
            </a:r>
            <a:endParaRPr lang="en-US" sz="19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99447"/>
            <a:ext cx="496133" cy="496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37930" y="5217200"/>
            <a:ext cx="46585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Works with OS + Network to run apps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793790" y="581882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Camera app → needs camera hardware + OS permission. Flutter app → same.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0575"/>
            <a:ext cx="69355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How a Mobile Device Works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54091" y="2500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Input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30128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Touch, mic, sensors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64" y="2597170"/>
            <a:ext cx="296942" cy="3711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5284" y="2500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95284" y="2930128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CPU + GPU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738" y="2985671"/>
            <a:ext cx="296942" cy="3711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95284" y="49321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Memory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895284" y="5361384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RAM for running, ROM for storing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237" y="5211544"/>
            <a:ext cx="296942" cy="37111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54091" y="49321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Output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93790" y="5361384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Screen, speaker, vibration</a:t>
            </a:r>
            <a:endParaRPr lang="en-US" sz="15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80748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363" y="4823043"/>
            <a:ext cx="296942" cy="371118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793790" y="6595705"/>
            <a:ext cx="13042821" cy="843201"/>
          </a:xfrm>
          <a:prstGeom prst="roundRect">
            <a:avLst>
              <a:gd name="adj" fmla="val 1084"/>
            </a:avLst>
          </a:prstGeom>
          <a:solidFill>
            <a:srgbClr val="FFF0B3"/>
          </a:solidFill>
          <a:ln/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48" y="6890980"/>
            <a:ext cx="248007" cy="19835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438513" y="684359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Ask: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"When you swipe Instagram feed, which part of mobile is working hardest?"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(GPU + Network).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7340"/>
            <a:ext cx="70580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Mobile &amp; Flutter Connection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643432"/>
            <a:ext cx="339018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Cross-Platform Power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213860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Flutter is cross-platform: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D6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code → Multiple devices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709993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But devices have different RAM, OS, battery limits.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206127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why developers need to optimize apps.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215199" y="3668316"/>
            <a:ext cx="462891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"I built an animation-heavy Flutter app. Worked great on my phone. Crashed on my friend's 3GB RAM phone. Lesson: test on low-end mobiles too!"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917543" y="3668316"/>
            <a:ext cx="22860" cy="1270159"/>
          </a:xfrm>
          <a:prstGeom prst="rect">
            <a:avLst/>
          </a:prstGeom>
          <a:solidFill>
            <a:srgbClr val="FFD63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2025-09-28T19:22:41Z</dcterms:created>
  <dcterms:modified xsi:type="dcterms:W3CDTF">2025-09-28T19:22:41Z</dcterms:modified>
</cp:coreProperties>
</file>