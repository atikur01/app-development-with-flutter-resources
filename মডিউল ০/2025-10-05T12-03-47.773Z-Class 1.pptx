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Poppins"/>
      <p:regular r:id="rId19"/>
    </p:embeddedFont>
    <p:embeddedFont>
      <p:font typeface="Poppins"/>
      <p:regular r:id="rId20"/>
    </p:embeddedFont>
    <p:embeddedFont>
      <p:font typeface="Poppins"/>
      <p:regular r:id="rId21"/>
    </p:embeddedFont>
    <p:embeddedFont>
      <p:font typeface="Poppins"/>
      <p:regular r:id="rId22"/>
    </p:embeddedFont>
    <p:embeddedFont>
      <p:font typeface="Poppins"/>
      <p:regular r:id="rId23"/>
    </p:embeddedFont>
    <p:embeddedFont>
      <p:font typeface="Poppins"/>
      <p:regular r:id="rId24"/>
    </p:embeddedFont>
    <p:embeddedFont>
      <p:font typeface="Poppins"/>
      <p:regular r:id="rId25"/>
    </p:embeddedFont>
    <p:embeddedFont>
      <p:font typeface="Poppins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2456"/>
            <a:ext cx="508742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Welcome Everyone!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6936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11015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 Topics: 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65093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Flutter? 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03788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do companies choose Flutter? 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42483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Computer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481179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History of Computer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19874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a computer works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3790" y="558569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RAM?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597265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ROM?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635960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এগুলা জেনে কী হবে?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79564"/>
            <a:ext cx="710076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Why Start With Computers?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097298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diving into Flutter development, we need to understand the foundation - how computers actually work. This knowledge will make you a better developer and help you avoid common pitfalls.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768322"/>
            <a:ext cx="446484" cy="446484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38632" y="2836545"/>
            <a:ext cx="3537347" cy="1240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Imagine trying to build a skyscraper without knowing what bricks are. 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💡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5223986" y="2768322"/>
            <a:ext cx="446484" cy="446484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68829" y="2836545"/>
            <a:ext cx="3537466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Same with Flutter – before coding apps, you must know how computers think.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654302" y="2768322"/>
            <a:ext cx="446484" cy="446484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99144" y="2836545"/>
            <a:ext cx="3537466" cy="1240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Flutter runs on computers, mobiles, devices – let's peek inside their brains first.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93790" y="4300418"/>
            <a:ext cx="13042821" cy="1160740"/>
          </a:xfrm>
          <a:prstGeom prst="roundRect">
            <a:avLst>
              <a:gd name="adj" fmla="val 788"/>
            </a:avLst>
          </a:prstGeom>
          <a:solidFill>
            <a:srgbClr val="FFF0B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4595693"/>
            <a:ext cx="248007" cy="1983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38513" y="4548307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Story: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"When I first learned Flutter, I ignored basics. Later, one bug took me 3 days to fix because I didn't understand memory properly. Don't repeat my mistake!"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08052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What is a Computer? (Simple Definition)</a:t>
            </a:r>
            <a:endParaRPr lang="en-US" sz="3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838444"/>
            <a:ext cx="793790" cy="95261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32690" y="199715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Accepts input</a:t>
            </a:r>
            <a:endParaRPr lang="en-US" sz="15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2791063"/>
            <a:ext cx="793790" cy="95261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232690" y="294977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Processes</a:t>
            </a:r>
            <a:endParaRPr lang="en-US" sz="15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743682"/>
            <a:ext cx="793790" cy="952619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232690" y="390239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Produces output</a:t>
            </a:r>
            <a:endParaRPr lang="en-US" sz="15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696301"/>
            <a:ext cx="793790" cy="952619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232690" y="485501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Stores it</a:t>
            </a:r>
            <a:endParaRPr lang="en-US" sz="1550" dirty="0"/>
          </a:p>
        </p:txBody>
      </p:sp>
      <p:sp>
        <p:nvSpPr>
          <p:cNvPr id="12" name="Text 5"/>
          <p:cNvSpPr/>
          <p:nvPr/>
        </p:nvSpPr>
        <p:spPr>
          <a:xfrm>
            <a:off x="6280190" y="5827514"/>
            <a:ext cx="75564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computer = </a:t>
            </a:r>
            <a:pPr algn="l"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smart servant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(takes orders, gives results).</a:t>
            </a:r>
            <a:endParaRPr lang="en-US" sz="1250" dirty="0"/>
          </a:p>
        </p:txBody>
      </p:sp>
      <p:sp>
        <p:nvSpPr>
          <p:cNvPr id="13" name="Text 6"/>
          <p:cNvSpPr/>
          <p:nvPr/>
        </p:nvSpPr>
        <p:spPr>
          <a:xfrm>
            <a:off x="6280190" y="6260187"/>
            <a:ext cx="75564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"magic", just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 calculations + storage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250" dirty="0"/>
          </a:p>
        </p:txBody>
      </p:sp>
      <p:sp>
        <p:nvSpPr>
          <p:cNvPr id="14" name="Shape 7"/>
          <p:cNvSpPr/>
          <p:nvPr/>
        </p:nvSpPr>
        <p:spPr>
          <a:xfrm>
            <a:off x="6280190" y="6692860"/>
            <a:ext cx="7556421" cy="928687"/>
          </a:xfrm>
          <a:prstGeom prst="roundRect">
            <a:avLst>
              <a:gd name="adj" fmla="val 985"/>
            </a:avLst>
          </a:prstGeom>
          <a:solidFill>
            <a:srgbClr val="FFF0B3"/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6935153"/>
            <a:ext cx="198358" cy="1587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795968" y="6891218"/>
            <a:ext cx="6881932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Interactive: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Ask students: "If your brain is a computer, what's your RAM? What's your ROM?"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0803"/>
            <a:ext cx="6352699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 Quick History of Computers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303770" y="1575197"/>
            <a:ext cx="22860" cy="5037058"/>
          </a:xfrm>
          <a:prstGeom prst="roundRect">
            <a:avLst>
              <a:gd name="adj" fmla="val 40000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6642259" y="1753553"/>
            <a:ext cx="506016" cy="22860"/>
          </a:xfrm>
          <a:prstGeom prst="roundRect">
            <a:avLst>
              <a:gd name="adj" fmla="val 40000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7125414" y="1575197"/>
            <a:ext cx="379571" cy="379571"/>
          </a:xfrm>
          <a:prstGeom prst="roundRect">
            <a:avLst>
              <a:gd name="adj" fmla="val 240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88696" y="1606867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954054" y="1633180"/>
            <a:ext cx="4517708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1st Generation: Big, heavy, vacuum tubes.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82126" y="2765584"/>
            <a:ext cx="506016" cy="22860"/>
          </a:xfrm>
          <a:prstGeom prst="roundRect">
            <a:avLst>
              <a:gd name="adj" fmla="val 40000"/>
            </a:avLst>
          </a:prstGeom>
          <a:solidFill>
            <a:srgbClr val="D8D4D4"/>
          </a:solidFill>
          <a:ln/>
        </p:spPr>
      </p:sp>
      <p:sp>
        <p:nvSpPr>
          <p:cNvPr id="9" name="Shape 7"/>
          <p:cNvSpPr/>
          <p:nvPr/>
        </p:nvSpPr>
        <p:spPr>
          <a:xfrm>
            <a:off x="7125414" y="2587228"/>
            <a:ext cx="379571" cy="379571"/>
          </a:xfrm>
          <a:prstGeom prst="roundRect">
            <a:avLst>
              <a:gd name="adj" fmla="val 240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88696" y="2618899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158639" y="2645212"/>
            <a:ext cx="5066109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2nd Gen: Transistors made computers smaller.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642259" y="3637955"/>
            <a:ext cx="506016" cy="22860"/>
          </a:xfrm>
          <a:prstGeom prst="roundRect">
            <a:avLst>
              <a:gd name="adj" fmla="val 40000"/>
            </a:avLst>
          </a:prstGeom>
          <a:solidFill>
            <a:srgbClr val="D8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7125414" y="3459599"/>
            <a:ext cx="379571" cy="379571"/>
          </a:xfrm>
          <a:prstGeom prst="roundRect">
            <a:avLst>
              <a:gd name="adj" fmla="val 240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88696" y="3491270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81313" y="3517583"/>
            <a:ext cx="5490448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3rd Gen: Integrated circuits (ICs) – faster, cheaper.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482126" y="4510445"/>
            <a:ext cx="506016" cy="22860"/>
          </a:xfrm>
          <a:prstGeom prst="roundRect">
            <a:avLst>
              <a:gd name="adj" fmla="val 40000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7125414" y="4332089"/>
            <a:ext cx="379571" cy="379571"/>
          </a:xfrm>
          <a:prstGeom prst="roundRect">
            <a:avLst>
              <a:gd name="adj" fmla="val 240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88696" y="4363760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158639" y="4390073"/>
            <a:ext cx="5256967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4th Gen: Microprocessors – personal computers.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642259" y="5382935"/>
            <a:ext cx="506016" cy="22860"/>
          </a:xfrm>
          <a:prstGeom prst="roundRect">
            <a:avLst>
              <a:gd name="adj" fmla="val 40000"/>
            </a:avLst>
          </a:prstGeom>
          <a:solidFill>
            <a:srgbClr val="D8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125414" y="5204579"/>
            <a:ext cx="379571" cy="379571"/>
          </a:xfrm>
          <a:prstGeom prst="roundRect">
            <a:avLst>
              <a:gd name="adj" fmla="val 240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88696" y="5236250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30404" y="5262563"/>
            <a:ext cx="5141357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D63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5th Gen: Today – AI, smartphones, Flutter apps!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93790" y="6802041"/>
            <a:ext cx="13042821" cy="716756"/>
          </a:xfrm>
          <a:prstGeom prst="roundRect">
            <a:avLst>
              <a:gd name="adj" fmla="val 1276"/>
            </a:avLst>
          </a:prstGeom>
          <a:solidFill>
            <a:srgbClr val="FFF0B3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382" y="7055763"/>
            <a:ext cx="210860" cy="168593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341834" y="7012781"/>
            <a:ext cx="1232618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Story: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"My dad had a PC with floppy disks. That thing took 5 minutes to start. Now, I open Flutter and my emulator runs in seconds. That's progress!"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43138"/>
            <a:ext cx="941570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Why History Matters for Flutter Devs?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260050"/>
            <a:ext cx="4215289" cy="1342430"/>
          </a:xfrm>
          <a:prstGeom prst="roundRect">
            <a:avLst>
              <a:gd name="adj" fmla="val 681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3466028"/>
            <a:ext cx="380333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Shows how 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D63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hardware limitations shaped software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5207437" y="3260050"/>
            <a:ext cx="4215408" cy="1342430"/>
          </a:xfrm>
          <a:prstGeom prst="roundRect">
            <a:avLst>
              <a:gd name="adj" fmla="val 681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13415" y="3466028"/>
            <a:ext cx="380345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Explains why we care about performance in apps.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621203" y="3260050"/>
            <a:ext cx="4215289" cy="1342430"/>
          </a:xfrm>
          <a:prstGeom prst="roundRect">
            <a:avLst>
              <a:gd name="adj" fmla="val 681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7181" y="3466028"/>
            <a:ext cx="3803333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Flutter apps run on small devices → optimization is key.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93790" y="4825722"/>
            <a:ext cx="13042821" cy="1160740"/>
          </a:xfrm>
          <a:prstGeom prst="roundRect">
            <a:avLst>
              <a:gd name="adj" fmla="val 788"/>
            </a:avLst>
          </a:prstGeom>
          <a:solidFill>
            <a:srgbClr val="FFF0B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5120997"/>
            <a:ext cx="248007" cy="19835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38513" y="5073610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Old computers had 64KB memory. Today's phones have 8GB RAM. That's why Flutter apps can look smooth like native apps.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0575"/>
            <a:ext cx="906541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How a Computer Works (The Cycle)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934045" y="2719149"/>
            <a:ext cx="380095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Input:</a:t>
            </a:r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Keyboard, touch, voice.</a:t>
            </a:r>
            <a:endParaRPr lang="en-US" sz="1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1807488"/>
            <a:ext cx="4564975" cy="456497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864" y="2597170"/>
            <a:ext cx="296942" cy="3711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895284" y="2719149"/>
            <a:ext cx="315575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Process: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CPU (the brain).</a:t>
            </a:r>
            <a:endParaRPr lang="en-US" sz="1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807488"/>
            <a:ext cx="4564975" cy="4564975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738" y="2985671"/>
            <a:ext cx="296942" cy="37111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895284" y="5150525"/>
            <a:ext cx="25257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Memory: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RAM/ROM.</a:t>
            </a:r>
            <a:endParaRPr lang="en-US" sz="19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1807488"/>
            <a:ext cx="4564975" cy="4564975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5237" y="5211544"/>
            <a:ext cx="296942" cy="371118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459230" y="5150525"/>
            <a:ext cx="327576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Output:</a:t>
            </a:r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Screen, speakers.</a:t>
            </a:r>
            <a:endParaRPr lang="en-US" sz="195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1807488"/>
            <a:ext cx="4564975" cy="4564975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9363" y="4823043"/>
            <a:ext cx="296942" cy="371118"/>
          </a:xfrm>
          <a:prstGeom prst="rect">
            <a:avLst/>
          </a:prstGeom>
        </p:spPr>
      </p:pic>
      <p:sp>
        <p:nvSpPr>
          <p:cNvPr id="15" name="Shape 5"/>
          <p:cNvSpPr/>
          <p:nvPr/>
        </p:nvSpPr>
        <p:spPr>
          <a:xfrm>
            <a:off x="793790" y="6595705"/>
            <a:ext cx="13042821" cy="843201"/>
          </a:xfrm>
          <a:prstGeom prst="roundRect">
            <a:avLst>
              <a:gd name="adj" fmla="val 1084"/>
            </a:avLst>
          </a:prstGeom>
          <a:solidFill>
            <a:srgbClr val="FFF0B3"/>
          </a:solidFill>
          <a:ln/>
        </p:spPr>
      </p:sp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48" y="6890980"/>
            <a:ext cx="248007" cy="198358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1438513" y="6843593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Draw the cycle on board. Ask students: "When you tap a button in Flutter, which part of the cycle is triggered?"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18159"/>
            <a:ext cx="730317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CPU – The Brain of Computer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335893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Executes instructions line by line.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3722846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 with RAM closely.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4109799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Speed measured in GHz (billions of steps per second).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3790" y="4650581"/>
            <a:ext cx="7556421" cy="1160740"/>
          </a:xfrm>
          <a:prstGeom prst="roundRect">
            <a:avLst>
              <a:gd name="adj" fmla="val 788"/>
            </a:avLst>
          </a:prstGeom>
          <a:solidFill>
            <a:srgbClr val="FFF0B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48" y="4945856"/>
            <a:ext cx="248007" cy="1983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38513" y="4898469"/>
            <a:ext cx="67133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Story: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"One of my first apps ran super slow. I blamed Flutter. Later I realized, my old laptop's CPU was just too weak. Hardware matters!"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82917"/>
            <a:ext cx="796551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RAM – The Short-Term Memory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399830"/>
            <a:ext cx="4215289" cy="1062752"/>
          </a:xfrm>
          <a:prstGeom prst="roundRect">
            <a:avLst>
              <a:gd name="adj" fmla="val 86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5008" y="3621048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Temporary memory, clears after shutdown.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5207437" y="3399830"/>
            <a:ext cx="4215408" cy="1062752"/>
          </a:xfrm>
          <a:prstGeom prst="roundRect">
            <a:avLst>
              <a:gd name="adj" fmla="val 86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28655" y="3621048"/>
            <a:ext cx="377297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Stores data while app is running.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621203" y="3399830"/>
            <a:ext cx="4215289" cy="1062752"/>
          </a:xfrm>
          <a:prstGeom prst="roundRect">
            <a:avLst>
              <a:gd name="adj" fmla="val 86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42421" y="3621048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D63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More RAM = more smooth multitasking.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93790" y="4685824"/>
            <a:ext cx="13042821" cy="1160740"/>
          </a:xfrm>
          <a:prstGeom prst="roundRect">
            <a:avLst>
              <a:gd name="adj" fmla="val 788"/>
            </a:avLst>
          </a:prstGeom>
          <a:solidFill>
            <a:srgbClr val="FFF0B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4981099"/>
            <a:ext cx="248007" cy="19835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38513" y="4933712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Flutter Relevance: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When you open Android Emulator + VS Code + Flutter project → RAM usage spikes. That's why low-RAM PCs lag badly.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9407"/>
            <a:ext cx="784443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ROM – The Long-Term Memory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065734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Permanent storage (doesn't vanish after restart).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452688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Stores OS, system files.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2839641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Without ROM → no booting.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380423"/>
            <a:ext cx="7632025" cy="1160740"/>
          </a:xfrm>
          <a:prstGeom prst="roundRect">
            <a:avLst>
              <a:gd name="adj" fmla="val 788"/>
            </a:avLst>
          </a:prstGeom>
          <a:solidFill>
            <a:srgbClr val="FFF0B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3675698"/>
            <a:ext cx="248007" cy="1983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8513" y="3628311"/>
            <a:ext cx="678894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Flutter Relevance: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When you install Flutter SDK, Android Studio, Emulator → All stored in ROM (your hard drive).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7543" y="2110383"/>
            <a:ext cx="4926568" cy="49265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932" y="543758"/>
            <a:ext cx="7928967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Why RAM &amp; ROM Matter in Flutter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790932" y="1506379"/>
            <a:ext cx="4224338" cy="1729026"/>
          </a:xfrm>
          <a:prstGeom prst="roundRect">
            <a:avLst>
              <a:gd name="adj" fmla="val 52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6314" y="1701760"/>
            <a:ext cx="563523" cy="563523"/>
          </a:xfrm>
          <a:prstGeom prst="roundRect">
            <a:avLst>
              <a:gd name="adj" fmla="val 16224867"/>
            </a:avLst>
          </a:prstGeom>
          <a:solidFill>
            <a:srgbClr val="FFD63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214" y="1824990"/>
            <a:ext cx="253603" cy="316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6314" y="2453045"/>
            <a:ext cx="3833574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Flutter apps use </a:t>
            </a:r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FD63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RAM</a:t>
            </a:r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 during hot reloads.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203031" y="1506379"/>
            <a:ext cx="4224338" cy="1729026"/>
          </a:xfrm>
          <a:prstGeom prst="roundRect">
            <a:avLst>
              <a:gd name="adj" fmla="val 52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98413" y="1701760"/>
            <a:ext cx="563523" cy="563523"/>
          </a:xfrm>
          <a:prstGeom prst="roundRect">
            <a:avLst>
              <a:gd name="adj" fmla="val 16224867"/>
            </a:avLst>
          </a:prstGeom>
          <a:solidFill>
            <a:srgbClr val="FFD63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313" y="1824990"/>
            <a:ext cx="253603" cy="3169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8413" y="2453045"/>
            <a:ext cx="3833574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Flutter SDK + Emulator live in </a:t>
            </a:r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FD63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ROM</a:t>
            </a:r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9615130" y="1506379"/>
            <a:ext cx="4224338" cy="1729026"/>
          </a:xfrm>
          <a:prstGeom prst="roundRect">
            <a:avLst>
              <a:gd name="adj" fmla="val 52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810512" y="1701760"/>
            <a:ext cx="563523" cy="563523"/>
          </a:xfrm>
          <a:prstGeom prst="roundRect">
            <a:avLst>
              <a:gd name="adj" fmla="val 16224867"/>
            </a:avLst>
          </a:prstGeom>
          <a:solidFill>
            <a:srgbClr val="FFD63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412" y="1824990"/>
            <a:ext cx="253603" cy="3169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10512" y="2453045"/>
            <a:ext cx="3833574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Knowing this saves you from silly issues.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790932" y="3446740"/>
            <a:ext cx="13048536" cy="798076"/>
          </a:xfrm>
          <a:prstGeom prst="roundRect">
            <a:avLst>
              <a:gd name="adj" fmla="val 1146"/>
            </a:avLst>
          </a:prstGeom>
          <a:solidFill>
            <a:srgbClr val="FFF0B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94" y="3730466"/>
            <a:ext cx="234791" cy="1877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01247" y="3681413"/>
            <a:ext cx="12250460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Students often say "My emulator is not running!" → 90% of time, low RAM or storage issue.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790932" y="4526518"/>
            <a:ext cx="4276368" cy="469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Wrap-Up &amp; Takeaway</a:t>
            </a:r>
            <a:endParaRPr lang="en-US" sz="2950" dirty="0"/>
          </a:p>
        </p:txBody>
      </p:sp>
      <p:sp>
        <p:nvSpPr>
          <p:cNvPr id="19" name="Text 13"/>
          <p:cNvSpPr/>
          <p:nvPr/>
        </p:nvSpPr>
        <p:spPr>
          <a:xfrm>
            <a:off x="790932" y="5277922"/>
            <a:ext cx="13048536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Computer = smart servant (input → process → output).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790932" y="5644158"/>
            <a:ext cx="13048536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History shows why performance matters.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790932" y="6010394"/>
            <a:ext cx="13048536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CPU, RAM, ROM = the real stage where Flutter performs.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90932" y="6376630"/>
            <a:ext cx="13048536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 basics → Build apps without fear.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790932" y="6888480"/>
            <a:ext cx="13048536" cy="798076"/>
          </a:xfrm>
          <a:prstGeom prst="roundRect">
            <a:avLst>
              <a:gd name="adj" fmla="val 1146"/>
            </a:avLst>
          </a:prstGeom>
          <a:solidFill>
            <a:srgbClr val="FFF0B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694" y="7172206"/>
            <a:ext cx="234791" cy="18776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01247" y="7123152"/>
            <a:ext cx="12250460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Interactive Ending: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Ask: "Next time your emulator crashes, what will you check first: RAM or ROM?"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80476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endParaRPr lang="en-US" sz="3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2025-09-28T19:13:23Z</dcterms:created>
  <dcterms:modified xsi:type="dcterms:W3CDTF">2025-09-28T19:13:23Z</dcterms:modified>
</cp:coreProperties>
</file>